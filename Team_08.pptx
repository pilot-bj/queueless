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1" r:id="rId5"/>
    <p:sldId id="264"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1F7E47-C509-0961-7CC8-39CD1BC4B712}" v="171" dt="2026-10-07T06:32:06.8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B51F7E47-C509-0961-7CC8-39CD1BC4B712}"/>
    <pc:docChg chg="addSld">
      <pc:chgData name="" userId="" providerId="" clId="Web-{B51F7E47-C509-0961-7CC8-39CD1BC4B712}" dt="2026-10-07T06:26:01.864" v="0"/>
      <pc:docMkLst>
        <pc:docMk/>
      </pc:docMkLst>
      <pc:sldChg chg="new">
        <pc:chgData name="" userId="" providerId="" clId="Web-{B51F7E47-C509-0961-7CC8-39CD1BC4B712}" dt="2026-10-07T06:26:01.864" v="0"/>
        <pc:sldMkLst>
          <pc:docMk/>
          <pc:sldMk cId="974354148" sldId="265"/>
        </pc:sldMkLst>
      </pc:sldChg>
    </pc:docChg>
  </pc:docChgLst>
  <pc:docChgLst>
    <pc:chgData name="BENEDICT JOSHUA M" userId="S::24uad009@kamarajengg.edu.in::9c049142-3965-4e5b-94c3-4339ebd89e13" providerId="AD" clId="Web-{B51F7E47-C509-0961-7CC8-39CD1BC4B712}"/>
    <pc:docChg chg="delSld modSld">
      <pc:chgData name="BENEDICT JOSHUA M" userId="S::24uad009@kamarajengg.edu.in::9c049142-3965-4e5b-94c3-4339ebd89e13" providerId="AD" clId="Web-{B51F7E47-C509-0961-7CC8-39CD1BC4B712}" dt="2026-10-07T06:32:05.556" v="137" actId="20577"/>
      <pc:docMkLst>
        <pc:docMk/>
      </pc:docMkLst>
      <pc:sldChg chg="delSp modSp">
        <pc:chgData name="BENEDICT JOSHUA M" userId="S::24uad009@kamarajengg.edu.in::9c049142-3965-4e5b-94c3-4339ebd89e13" providerId="AD" clId="Web-{B51F7E47-C509-0961-7CC8-39CD1BC4B712}" dt="2026-10-07T06:28:56.702" v="66" actId="14100"/>
        <pc:sldMkLst>
          <pc:docMk/>
          <pc:sldMk cId="0" sldId="256"/>
        </pc:sldMkLst>
        <pc:spChg chg="mod">
          <ac:chgData name="BENEDICT JOSHUA M" userId="S::24uad009@kamarajengg.edu.in::9c049142-3965-4e5b-94c3-4339ebd89e13" providerId="AD" clId="Web-{B51F7E47-C509-0961-7CC8-39CD1BC4B712}" dt="2026-10-07T06:28:33.279" v="64" actId="20577"/>
          <ac:spMkLst>
            <pc:docMk/>
            <pc:sldMk cId="0" sldId="256"/>
            <ac:spMk id="2" creationId="{00000000-0000-0000-0000-000000000000}"/>
          </ac:spMkLst>
        </pc:spChg>
        <pc:spChg chg="del mod">
          <ac:chgData name="BENEDICT JOSHUA M" userId="S::24uad009@kamarajengg.edu.in::9c049142-3965-4e5b-94c3-4339ebd89e13" providerId="AD" clId="Web-{B51F7E47-C509-0961-7CC8-39CD1BC4B712}" dt="2026-10-07T06:28:15.747" v="60"/>
          <ac:spMkLst>
            <pc:docMk/>
            <pc:sldMk cId="0" sldId="256"/>
            <ac:spMk id="3" creationId="{00000000-0000-0000-0000-000000000000}"/>
          </ac:spMkLst>
        </pc:spChg>
        <pc:spChg chg="mod">
          <ac:chgData name="BENEDICT JOSHUA M" userId="S::24uad009@kamarajengg.edu.in::9c049142-3965-4e5b-94c3-4339ebd89e13" providerId="AD" clId="Web-{B51F7E47-C509-0961-7CC8-39CD1BC4B712}" dt="2026-10-07T06:28:48.436" v="65" actId="1076"/>
          <ac:spMkLst>
            <pc:docMk/>
            <pc:sldMk cId="0" sldId="256"/>
            <ac:spMk id="10" creationId="{00000000-0000-0000-0000-000000000000}"/>
          </ac:spMkLst>
        </pc:spChg>
        <pc:picChg chg="mod">
          <ac:chgData name="BENEDICT JOSHUA M" userId="S::24uad009@kamarajengg.edu.in::9c049142-3965-4e5b-94c3-4339ebd89e13" providerId="AD" clId="Web-{B51F7E47-C509-0961-7CC8-39CD1BC4B712}" dt="2026-10-07T06:28:56.702" v="66" actId="14100"/>
          <ac:picMkLst>
            <pc:docMk/>
            <pc:sldMk cId="0" sldId="256"/>
            <ac:picMk id="9" creationId="{8A417CC3-C0ED-9E9E-DCA9-AC418BD0FB7C}"/>
          </ac:picMkLst>
        </pc:picChg>
      </pc:sldChg>
      <pc:sldChg chg="modSp">
        <pc:chgData name="BENEDICT JOSHUA M" userId="S::24uad009@kamarajengg.edu.in::9c049142-3965-4e5b-94c3-4339ebd89e13" providerId="AD" clId="Web-{B51F7E47-C509-0961-7CC8-39CD1BC4B712}" dt="2026-10-07T06:30:24.629" v="103" actId="20577"/>
        <pc:sldMkLst>
          <pc:docMk/>
          <pc:sldMk cId="0" sldId="258"/>
        </pc:sldMkLst>
        <pc:spChg chg="mod">
          <ac:chgData name="BENEDICT JOSHUA M" userId="S::24uad009@kamarajengg.edu.in::9c049142-3965-4e5b-94c3-4339ebd89e13" providerId="AD" clId="Web-{B51F7E47-C509-0961-7CC8-39CD1BC4B712}" dt="2026-10-07T06:29:04.765" v="67" actId="20577"/>
          <ac:spMkLst>
            <pc:docMk/>
            <pc:sldMk cId="0" sldId="258"/>
            <ac:spMk id="2" creationId="{00000000-0000-0000-0000-000000000000}"/>
          </ac:spMkLst>
        </pc:spChg>
        <pc:spChg chg="mod">
          <ac:chgData name="BENEDICT JOSHUA M" userId="S::24uad009@kamarajengg.edu.in::9c049142-3965-4e5b-94c3-4339ebd89e13" providerId="AD" clId="Web-{B51F7E47-C509-0961-7CC8-39CD1BC4B712}" dt="2026-10-07T06:30:24.629" v="103" actId="20577"/>
          <ac:spMkLst>
            <pc:docMk/>
            <pc:sldMk cId="0" sldId="258"/>
            <ac:spMk id="3" creationId="{00000000-0000-0000-0000-000000000000}"/>
          </ac:spMkLst>
        </pc:spChg>
      </pc:sldChg>
      <pc:sldChg chg="modSp">
        <pc:chgData name="BENEDICT JOSHUA M" userId="S::24uad009@kamarajengg.edu.in::9c049142-3965-4e5b-94c3-4339ebd89e13" providerId="AD" clId="Web-{B51F7E47-C509-0961-7CC8-39CD1BC4B712}" dt="2026-10-07T06:29:15.094" v="76" actId="20577"/>
        <pc:sldMkLst>
          <pc:docMk/>
          <pc:sldMk cId="0" sldId="261"/>
        </pc:sldMkLst>
        <pc:spChg chg="mod">
          <ac:chgData name="BENEDICT JOSHUA M" userId="S::24uad009@kamarajengg.edu.in::9c049142-3965-4e5b-94c3-4339ebd89e13" providerId="AD" clId="Web-{B51F7E47-C509-0961-7CC8-39CD1BC4B712}" dt="2026-10-07T06:29:15.094" v="76" actId="20577"/>
          <ac:spMkLst>
            <pc:docMk/>
            <pc:sldMk cId="0" sldId="261"/>
            <ac:spMk id="2" creationId="{00000000-0000-0000-0000-000000000000}"/>
          </ac:spMkLst>
        </pc:spChg>
      </pc:sldChg>
      <pc:sldChg chg="modSp">
        <pc:chgData name="BENEDICT JOSHUA M" userId="S::24uad009@kamarajengg.edu.in::9c049142-3965-4e5b-94c3-4339ebd89e13" providerId="AD" clId="Web-{B51F7E47-C509-0961-7CC8-39CD1BC4B712}" dt="2026-10-07T06:32:05.556" v="137" actId="20577"/>
        <pc:sldMkLst>
          <pc:docMk/>
          <pc:sldMk cId="3051393379" sldId="264"/>
        </pc:sldMkLst>
        <pc:spChg chg="mod">
          <ac:chgData name="BENEDICT JOSHUA M" userId="S::24uad009@kamarajengg.edu.in::9c049142-3965-4e5b-94c3-4339ebd89e13" providerId="AD" clId="Web-{B51F7E47-C509-0961-7CC8-39CD1BC4B712}" dt="2026-10-07T06:32:05.556" v="137" actId="20577"/>
          <ac:spMkLst>
            <pc:docMk/>
            <pc:sldMk cId="3051393379" sldId="264"/>
            <ac:spMk id="3" creationId="{60A88F5F-8E42-FDC7-796D-95B16950C196}"/>
          </ac:spMkLst>
        </pc:spChg>
      </pc:sldChg>
      <pc:sldChg chg="del">
        <pc:chgData name="BENEDICT JOSHUA M" userId="S::24uad009@kamarajengg.edu.in::9c049142-3965-4e5b-94c3-4339ebd89e13" providerId="AD" clId="Web-{B51F7E47-C509-0961-7CC8-39CD1BC4B712}" dt="2026-10-07T06:26:06.865" v="0"/>
        <pc:sldMkLst>
          <pc:docMk/>
          <pc:sldMk cId="974354148" sldId="26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D6E820D-0128-4B29-A71A-568191ACAE96}"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8A62D-42BB-4C25-A903-D02E2769D39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6E820D-0128-4B29-A71A-568191ACAE96}"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8A62D-42BB-4C25-A903-D02E2769D39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6E820D-0128-4B29-A71A-568191ACAE96}"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8A62D-42BB-4C25-A903-D02E2769D39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D6E820D-0128-4B29-A71A-568191ACAE96}"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28A62D-42BB-4C25-A903-D02E2769D39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6E820D-0128-4B29-A71A-568191ACAE96}"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28A62D-42BB-4C25-A903-D02E2769D39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6E820D-0128-4B29-A71A-568191ACAE96}"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28A62D-42BB-4C25-A903-D02E2769D39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6E820D-0128-4B29-A71A-568191ACAE96}"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28A62D-42BB-4C25-A903-D02E2769D39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6E820D-0128-4B29-A71A-568191ACAE96}"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28A62D-42BB-4C25-A903-D02E2769D39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6E820D-0128-4B29-A71A-568191ACAE96}"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28A62D-42BB-4C25-A903-D02E2769D39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6E820D-0128-4B29-A71A-568191ACAE96}"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8A62D-42BB-4C25-A903-D02E2769D39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6E820D-0128-4B29-A71A-568191ACAE96}"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8A62D-42BB-4C25-A903-D02E2769D39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6E820D-0128-4B29-A71A-568191ACAE96}"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28A62D-42BB-4C25-A903-D02E2769D39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3758" y="3226196"/>
            <a:ext cx="8299024" cy="195549"/>
          </a:xfrm>
        </p:spPr>
        <p:txBody>
          <a:bodyPr vert="horz" lIns="91440" tIns="45720" rIns="91440" bIns="45720" rtlCol="0" anchor="ctr">
            <a:noAutofit/>
          </a:bodyPr>
          <a:lstStyle/>
          <a:p>
            <a:pPr>
              <a:spcBef>
                <a:spcPct val="20000"/>
              </a:spcBef>
            </a:pPr>
            <a:r>
              <a:rPr lang="en-US" sz="3100" dirty="0">
                <a:solidFill>
                  <a:srgbClr val="FF0000"/>
                </a:solidFill>
                <a:latin typeface="Times New Roman"/>
                <a:ea typeface="Calibri"/>
                <a:cs typeface="Times New Roman"/>
              </a:rPr>
              <a:t>Queue Less: A Smart Pre-Order and Token-Based Canteen Management System</a:t>
            </a:r>
          </a:p>
          <a:p>
            <a:endParaRPr lang="en-US" sz="3800" b="1" dirty="0">
              <a:solidFill>
                <a:srgbClr val="C00000"/>
              </a:solidFill>
              <a:latin typeface="Times New Roman" panose="02020603050405020304" pitchFamily="18" charset="0"/>
              <a:cs typeface="Times New Roman" panose="02020603050405020304" pitchFamily="18" charset="0"/>
            </a:endParaRPr>
          </a:p>
        </p:txBody>
      </p:sp>
      <p:sp>
        <p:nvSpPr>
          <p:cNvPr id="1026" name="AutoShape 2" descr="SAC Logo, National Emblem ISRO Logo"/>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1028" name="AutoShape 4" descr="https://www.sac.gov.in/Vyom/images/Banner.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sp>
        <p:nvSpPr>
          <p:cNvPr id="1030" name="AutoShape 6" descr="https://www.sac.gov.in/Vyom/images/Banner.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latin typeface="Times New Roman" panose="02020603050405020304" pitchFamily="18" charset="0"/>
              <a:cs typeface="Times New Roman" panose="02020603050405020304" pitchFamily="18" charset="0"/>
            </a:endParaRPr>
          </a:p>
        </p:txBody>
      </p:sp>
      <p:pic>
        <p:nvPicPr>
          <p:cNvPr id="9" name="Picture 2">
            <a:extLst>
              <a:ext uri="{FF2B5EF4-FFF2-40B4-BE49-F238E27FC236}">
                <a16:creationId xmlns:a16="http://schemas.microsoft.com/office/drawing/2014/main" id="{8A417CC3-C0ED-9E9E-DCA9-AC418BD0FB7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43042" y="571480"/>
            <a:ext cx="6338901" cy="1781033"/>
          </a:xfrm>
          <a:prstGeom prst="rect">
            <a:avLst/>
          </a:prstGeom>
          <a:noFill/>
          <a:extLst>
            <a:ext uri="{909E8E84-426E-40DD-AFC4-6F175D3DCCD1}">
              <a14:hiddenFill xmlns:a14="http://schemas.microsoft.com/office/drawing/2010/main">
                <a:solidFill>
                  <a:srgbClr val="FFFFFF"/>
                </a:solidFill>
              </a14:hiddenFill>
            </a:ext>
          </a:extLst>
        </p:spPr>
      </p:pic>
      <p:sp>
        <p:nvSpPr>
          <p:cNvPr id="10" name="Subtitle 2"/>
          <p:cNvSpPr txBox="1">
            <a:spLocks/>
          </p:cNvSpPr>
          <p:nvPr/>
        </p:nvSpPr>
        <p:spPr>
          <a:xfrm>
            <a:off x="214653" y="4337341"/>
            <a:ext cx="8548871" cy="1492720"/>
          </a:xfrm>
          <a:prstGeom prst="rect">
            <a:avLst/>
          </a:prstGeom>
        </p:spPr>
        <p:txBody>
          <a:bodyPr vert="horz" lIns="91440" tIns="45720" rIns="91440" bIns="45720" rtlCol="0" anchor="ctr">
            <a:noAutofit/>
          </a:bodyPr>
          <a:lstStyle/>
          <a:p>
            <a:pPr algn="ctr">
              <a:spcBef>
                <a:spcPct val="20000"/>
              </a:spcBef>
              <a:defRPr/>
            </a:pPr>
            <a:r>
              <a:rPr lang="en-US" sz="2400" dirty="0" err="1">
                <a:latin typeface="Times New Roman"/>
                <a:cs typeface="Times New Roman"/>
              </a:rPr>
              <a:t>Priyadarsan</a:t>
            </a:r>
            <a:r>
              <a:rPr lang="en-US" sz="2400" dirty="0">
                <a:latin typeface="Times New Roman"/>
                <a:cs typeface="Times New Roman"/>
              </a:rPr>
              <a:t> A - 24UAD037</a:t>
            </a:r>
            <a:br>
              <a:rPr lang="en-US" sz="2400" dirty="0">
                <a:latin typeface="Times New Roman"/>
                <a:cs typeface="Times New Roman"/>
              </a:rPr>
            </a:br>
            <a:r>
              <a:rPr lang="en-US" sz="2400" dirty="0">
                <a:latin typeface="Times New Roman"/>
                <a:cs typeface="Times New Roman"/>
              </a:rPr>
              <a:t>Benedict Joshua M - 24UAD009</a:t>
            </a:r>
            <a:endParaRPr lang="en-US" sz="2400" dirty="0">
              <a:latin typeface="Times New Roman"/>
              <a:ea typeface="Calibri"/>
              <a:cs typeface="Times New Roman"/>
            </a:endParaRPr>
          </a:p>
          <a:p>
            <a:pPr algn="ctr">
              <a:spcBef>
                <a:spcPct val="20000"/>
              </a:spcBef>
              <a:defRPr/>
            </a:pPr>
            <a:r>
              <a:rPr lang="en-US" sz="2400" dirty="0">
                <a:latin typeface="Times New Roman"/>
                <a:ea typeface="Calibri"/>
                <a:cs typeface="Times New Roman"/>
              </a:rPr>
              <a:t>Dinesh Bharathy A - 24UAD012</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800" b="0" i="0" u="none" strike="noStrike" kern="1200" cap="none" spc="0" normalizeH="0" baseline="0" noProof="0" dirty="0">
                <a:ln>
                  <a:noFill/>
                </a:ln>
                <a:effectLst/>
                <a:uLnTx/>
                <a:uFillTx/>
                <a:latin typeface="Times New Roman"/>
                <a:cs typeface="Times New Roman"/>
              </a:rPr>
              <a:t> </a:t>
            </a:r>
            <a:endParaRPr lang="en-US" sz="2800" b="0" i="0" u="none" strike="noStrike" kern="1200" cap="none" spc="0" normalizeH="0" baseline="0" noProof="0" dirty="0">
              <a:ln>
                <a:noFill/>
              </a:ln>
              <a:effectLst/>
              <a:uLnTx/>
              <a:uFillTx/>
              <a:latin typeface="Times New Roman"/>
              <a:cs typeface="Times New Roman"/>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800" b="0" i="0" u="none" strike="noStrike" kern="1200" cap="none" spc="0" normalizeH="0" baseline="0" noProof="0">
              <a:ln>
                <a:noFill/>
              </a:ln>
              <a:solidFill>
                <a:schemeClr val="tx1"/>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0050"/>
            <a:ext cx="8229600" cy="857248"/>
          </a:xfrm>
          <a:solidFill>
            <a:srgbClr val="002060"/>
          </a:solidFill>
        </p:spPr>
        <p:txBody>
          <a:bodyPr>
            <a:normAutofit/>
          </a:bodyPr>
          <a:lstStyle/>
          <a:p>
            <a:r>
              <a:rPr lang="en-US" sz="3600" b="1" dirty="0">
                <a:solidFill>
                  <a:schemeClr val="bg1"/>
                </a:solidFill>
                <a:latin typeface="Times New Roman"/>
                <a:cs typeface="Times New Roman"/>
              </a:rPr>
              <a:t>Problem Statement</a:t>
            </a:r>
          </a:p>
        </p:txBody>
      </p:sp>
      <p:sp>
        <p:nvSpPr>
          <p:cNvPr id="3" name="Content Placeholder 2"/>
          <p:cNvSpPr>
            <a:spLocks noGrp="1"/>
          </p:cNvSpPr>
          <p:nvPr>
            <p:ph idx="1"/>
          </p:nvPr>
        </p:nvSpPr>
        <p:spPr>
          <a:xfrm>
            <a:off x="457200" y="1600200"/>
            <a:ext cx="8229600" cy="5043510"/>
          </a:xfrm>
        </p:spPr>
        <p:txBody>
          <a:bodyPr vert="horz" lIns="91440" tIns="45720" rIns="91440" bIns="45720" rtlCol="0" anchor="t">
            <a:noAutofit/>
          </a:bodyPr>
          <a:lstStyle/>
          <a:p>
            <a:pPr algn="just"/>
            <a:r>
              <a:rPr lang="en-US" sz="2000" dirty="0">
                <a:latin typeface="Calibri"/>
                <a:ea typeface="+mn-lt"/>
                <a:cs typeface="Calibri"/>
              </a:rPr>
              <a:t>Traditional college canteens often have long queues, crowded counters, manual order processing, and difficulty managing multiple orders during peak hours. Students may spend a significant amount of time waiting just to place an order and collect their food. At the same time, canteen staff may struggle to track orders, manage tokens, and maintain accurate records.</a:t>
            </a:r>
            <a:endParaRPr lang="en-US" sz="2000">
              <a:latin typeface="Times New Roman"/>
              <a:cs typeface="Times New Roman"/>
            </a:endParaRPr>
          </a:p>
          <a:p>
            <a:pPr algn="just"/>
            <a:r>
              <a:rPr lang="en-US" sz="2000" dirty="0" err="1">
                <a:latin typeface="Calibri"/>
                <a:ea typeface="+mn-lt"/>
                <a:cs typeface="Calibri"/>
              </a:rPr>
              <a:t>QueueLess</a:t>
            </a:r>
            <a:r>
              <a:rPr lang="en-US" sz="2000" dirty="0">
                <a:latin typeface="Calibri"/>
                <a:ea typeface="+mn-lt"/>
                <a:cs typeface="Calibri"/>
              </a:rPr>
              <a:t> addresses these problems by providing a smart pre-order and token-based system where students can order food online, receive a unique token, and collect their order when it is ready. The system also helps canteen staff manage food items, orders, availability, and token status efficiently.</a:t>
            </a:r>
            <a:endParaRPr lang="en-US" sz="2000" dirty="0">
              <a:latin typeface="Calibri"/>
              <a:ea typeface="Calibri"/>
              <a:cs typeface="Calibri"/>
            </a:endParaRPr>
          </a:p>
          <a:p>
            <a:pPr algn="just"/>
            <a:r>
              <a:rPr lang="en-US" sz="2000" dirty="0">
                <a:latin typeface="Calibri"/>
                <a:ea typeface="+mn-lt"/>
                <a:cs typeface="Calibri"/>
              </a:rPr>
              <a:t>The main motivation behind </a:t>
            </a:r>
            <a:r>
              <a:rPr lang="en-US" sz="2000" err="1">
                <a:latin typeface="Calibri"/>
                <a:ea typeface="+mn-lt"/>
                <a:cs typeface="Calibri"/>
              </a:rPr>
              <a:t>QueueLess</a:t>
            </a:r>
            <a:r>
              <a:rPr lang="en-US" sz="2000" dirty="0">
                <a:latin typeface="Calibri"/>
                <a:ea typeface="+mn-lt"/>
                <a:cs typeface="Calibri"/>
              </a:rPr>
              <a:t> is to reduce waiting time and crowding in college canteens while making the ordering process faster, organized, and convenient for both students and canteen staff.</a:t>
            </a:r>
            <a:endParaRPr lang="en-US" sz="2000" dirty="0">
              <a:latin typeface="Calibri"/>
              <a:ea typeface="Calibri"/>
              <a:cs typeface="Calibri"/>
            </a:endParaRPr>
          </a:p>
          <a:p>
            <a:pPr algn="just"/>
            <a:endParaRPr 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0050"/>
            <a:ext cx="8229600" cy="857248"/>
          </a:xfrm>
          <a:solidFill>
            <a:srgbClr val="002060"/>
          </a:solidFill>
        </p:spPr>
        <p:txBody>
          <a:bodyPr>
            <a:normAutofit/>
          </a:bodyPr>
          <a:lstStyle/>
          <a:p>
            <a:r>
              <a:rPr lang="en-US" sz="3600" b="1">
                <a:solidFill>
                  <a:schemeClr val="bg1"/>
                </a:solidFill>
                <a:latin typeface="Times New Roman" panose="02020603050405020304" pitchFamily="18" charset="0"/>
                <a:cs typeface="Times New Roman" panose="02020603050405020304" pitchFamily="18" charset="0"/>
              </a:rPr>
              <a:t>Objective</a:t>
            </a:r>
          </a:p>
        </p:txBody>
      </p:sp>
      <p:sp>
        <p:nvSpPr>
          <p:cNvPr id="3" name="Content Placeholder 2"/>
          <p:cNvSpPr>
            <a:spLocks noGrp="1"/>
          </p:cNvSpPr>
          <p:nvPr>
            <p:ph idx="1"/>
          </p:nvPr>
        </p:nvSpPr>
        <p:spPr/>
        <p:txBody>
          <a:bodyPr/>
          <a:lstStyle/>
          <a:p>
            <a:pPr algn="ctr">
              <a:buNone/>
            </a:pPr>
            <a:endParaRPr lang="en-US">
              <a:latin typeface="Times New Roman" panose="02020603050405020304" pitchFamily="18" charset="0"/>
              <a:cs typeface="Times New Roman" panose="02020603050405020304" pitchFamily="18" charset="0"/>
            </a:endParaRPr>
          </a:p>
          <a:p>
            <a:pPr algn="ctr">
              <a:buNone/>
            </a:pPr>
            <a:endParaRPr lang="en-US">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920C997-E692-B1A6-0C46-2A51329E593A}"/>
              </a:ext>
            </a:extLst>
          </p:cNvPr>
          <p:cNvSpPr txBox="1"/>
          <p:nvPr/>
        </p:nvSpPr>
        <p:spPr>
          <a:xfrm>
            <a:off x="1137505" y="1977710"/>
            <a:ext cx="7044783"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GB" b="1">
                <a:ea typeface="+mn-lt"/>
                <a:cs typeface="+mn-lt"/>
              </a:rPr>
              <a:t>Reduce waiting time</a:t>
            </a:r>
            <a:r>
              <a:rPr lang="en-GB">
                <a:ea typeface="+mn-lt"/>
                <a:cs typeface="+mn-lt"/>
              </a:rPr>
              <a:t> for students by allowing them to pre-order food online. </a:t>
            </a:r>
            <a:endParaRPr lang="en-US">
              <a:ea typeface="Calibri"/>
              <a:cs typeface="Calibri"/>
            </a:endParaRPr>
          </a:p>
          <a:p>
            <a:pPr marL="285750" indent="-285750" algn="just">
              <a:buFont typeface="Arial"/>
              <a:buChar char="•"/>
            </a:pPr>
            <a:r>
              <a:rPr lang="en-GB" b="1">
                <a:ea typeface="+mn-lt"/>
                <a:cs typeface="+mn-lt"/>
              </a:rPr>
              <a:t>Minimize crowding and long queues</a:t>
            </a:r>
            <a:r>
              <a:rPr lang="en-GB">
                <a:ea typeface="+mn-lt"/>
                <a:cs typeface="+mn-lt"/>
              </a:rPr>
              <a:t> at the canteen counter. </a:t>
            </a:r>
            <a:endParaRPr lang="en-GB">
              <a:ea typeface="Calibri"/>
              <a:cs typeface="Calibri"/>
            </a:endParaRPr>
          </a:p>
          <a:p>
            <a:pPr marL="285750" indent="-285750" algn="just">
              <a:buFont typeface="Arial"/>
              <a:buChar char="•"/>
            </a:pPr>
            <a:r>
              <a:rPr lang="en-GB" b="1">
                <a:ea typeface="+mn-lt"/>
                <a:cs typeface="+mn-lt"/>
              </a:rPr>
              <a:t>Generate unique token numbers</a:t>
            </a:r>
            <a:r>
              <a:rPr lang="en-GB">
                <a:ea typeface="+mn-lt"/>
                <a:cs typeface="+mn-lt"/>
              </a:rPr>
              <a:t> for each order to simplify order collection. </a:t>
            </a:r>
            <a:endParaRPr lang="en-GB">
              <a:ea typeface="Calibri"/>
              <a:cs typeface="Calibri"/>
            </a:endParaRPr>
          </a:p>
          <a:p>
            <a:pPr marL="285750" indent="-285750" algn="just">
              <a:buFont typeface="Arial"/>
              <a:buChar char="•"/>
            </a:pPr>
            <a:r>
              <a:rPr lang="en-GB" b="1">
                <a:ea typeface="+mn-lt"/>
                <a:cs typeface="+mn-lt"/>
              </a:rPr>
              <a:t>Provide real-time order status</a:t>
            </a:r>
            <a:r>
              <a:rPr lang="en-GB">
                <a:ea typeface="+mn-lt"/>
                <a:cs typeface="+mn-lt"/>
              </a:rPr>
              <a:t> such as Placed, Preparing, Ready, and Completed. </a:t>
            </a:r>
            <a:endParaRPr lang="en-GB">
              <a:ea typeface="Calibri"/>
              <a:cs typeface="Calibri"/>
            </a:endParaRPr>
          </a:p>
          <a:p>
            <a:pPr marL="285750" indent="-285750" algn="just">
              <a:buFont typeface="Arial"/>
              <a:buChar char="•"/>
            </a:pPr>
            <a:r>
              <a:rPr lang="en-GB" b="1">
                <a:ea typeface="+mn-lt"/>
                <a:cs typeface="+mn-lt"/>
              </a:rPr>
              <a:t>Help canteen staff manage orders efficiently</a:t>
            </a:r>
            <a:r>
              <a:rPr lang="en-GB">
                <a:ea typeface="+mn-lt"/>
                <a:cs typeface="+mn-lt"/>
              </a:rPr>
              <a:t> through a centralized system. </a:t>
            </a:r>
            <a:endParaRPr lang="en-GB">
              <a:ea typeface="Calibri"/>
              <a:cs typeface="Calibri"/>
            </a:endParaRPr>
          </a:p>
          <a:p>
            <a:pPr marL="285750" indent="-285750" algn="just">
              <a:buFont typeface="Arial"/>
              <a:buChar char="•"/>
            </a:pPr>
            <a:r>
              <a:rPr lang="en-GB" b="1">
                <a:ea typeface="+mn-lt"/>
                <a:cs typeface="+mn-lt"/>
              </a:rPr>
              <a:t>Maintain accurate digital records</a:t>
            </a:r>
            <a:r>
              <a:rPr lang="en-GB">
                <a:ea typeface="+mn-lt"/>
                <a:cs typeface="+mn-lt"/>
              </a:rPr>
              <a:t> of users, food items, orders, and transactions using MySQL. </a:t>
            </a:r>
            <a:endParaRPr lang="en-GB">
              <a:ea typeface="Calibri"/>
              <a:cs typeface="Calibri"/>
            </a:endParaRPr>
          </a:p>
          <a:p>
            <a:pPr marL="285750" indent="-285750" algn="just">
              <a:buFont typeface="Arial"/>
              <a:buChar char="•"/>
            </a:pPr>
            <a:r>
              <a:rPr lang="en-GB" b="1">
                <a:ea typeface="+mn-lt"/>
                <a:cs typeface="+mn-lt"/>
              </a:rPr>
              <a:t>Improve the overall canteen experience</a:t>
            </a:r>
            <a:r>
              <a:rPr lang="en-GB">
                <a:ea typeface="+mn-lt"/>
                <a:cs typeface="+mn-lt"/>
              </a:rPr>
              <a:t> by making the ordering process faster, organized, and convenient.</a:t>
            </a:r>
            <a:endParaRPr lang="en-GB">
              <a:ea typeface="Calibri"/>
              <a:cs typeface="Calibri"/>
            </a:endParaRPr>
          </a:p>
          <a:p>
            <a:pPr algn="just"/>
            <a:endParaRPr lang="en-GB">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857248"/>
          </a:xfrm>
          <a:solidFill>
            <a:srgbClr val="002060"/>
          </a:solidFill>
        </p:spPr>
        <p:txBody>
          <a:bodyPr>
            <a:normAutofit/>
          </a:bodyPr>
          <a:lstStyle/>
          <a:p>
            <a:r>
              <a:rPr lang="en-US" sz="3600" b="1" dirty="0">
                <a:solidFill>
                  <a:schemeClr val="bg1"/>
                </a:solidFill>
                <a:latin typeface="Times New Roman"/>
                <a:cs typeface="Times New Roman"/>
              </a:rPr>
              <a:t>Methodology</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E69637F-25A7-BD1A-1D91-693D063FD668}"/>
              </a:ext>
            </a:extLst>
          </p:cNvPr>
          <p:cNvSpPr txBox="1"/>
          <p:nvPr/>
        </p:nvSpPr>
        <p:spPr>
          <a:xfrm>
            <a:off x="517048" y="1389029"/>
            <a:ext cx="8078879"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GB" b="1">
                <a:ea typeface="+mn-lt"/>
                <a:cs typeface="+mn-lt"/>
              </a:rPr>
              <a:t>User Registration &amp; Login</a:t>
            </a:r>
            <a:r>
              <a:rPr lang="en-GB">
                <a:ea typeface="+mn-lt"/>
                <a:cs typeface="+mn-lt"/>
              </a:rPr>
              <a:t> : Students create an account and securely log in to access the canteen menu. </a:t>
            </a:r>
            <a:endParaRPr lang="en-US">
              <a:ea typeface="Calibri"/>
              <a:cs typeface="Calibri"/>
            </a:endParaRPr>
          </a:p>
          <a:p>
            <a:pPr marL="285750" indent="-285750" algn="just">
              <a:buFont typeface="Arial"/>
              <a:buChar char="•"/>
            </a:pPr>
            <a:r>
              <a:rPr lang="en-GB" b="1">
                <a:ea typeface="+mn-lt"/>
                <a:cs typeface="+mn-lt"/>
              </a:rPr>
              <a:t>Menu Browsing</a:t>
            </a:r>
            <a:r>
              <a:rPr lang="en-GB">
                <a:ea typeface="+mn-lt"/>
                <a:cs typeface="+mn-lt"/>
              </a:rPr>
              <a:t> : Available food items, prices, and availability are displayed dynamically using JSP. </a:t>
            </a:r>
            <a:endParaRPr lang="en-GB">
              <a:ea typeface="Calibri"/>
              <a:cs typeface="Calibri"/>
            </a:endParaRPr>
          </a:p>
          <a:p>
            <a:pPr marL="285750" indent="-285750" algn="just">
              <a:buFont typeface="Arial"/>
              <a:buChar char="•"/>
            </a:pPr>
            <a:r>
              <a:rPr lang="en-GB" b="1">
                <a:ea typeface="+mn-lt"/>
                <a:cs typeface="+mn-lt"/>
              </a:rPr>
              <a:t>Pre-Order Placement</a:t>
            </a:r>
            <a:r>
              <a:rPr lang="en-GB">
                <a:ea typeface="+mn-lt"/>
                <a:cs typeface="+mn-lt"/>
              </a:rPr>
              <a:t> : Students select food items, specify quantities, and place their orders without waiting at the counter. </a:t>
            </a:r>
            <a:endParaRPr lang="en-GB">
              <a:ea typeface="Calibri"/>
              <a:cs typeface="Calibri"/>
            </a:endParaRPr>
          </a:p>
          <a:p>
            <a:pPr marL="285750" indent="-285750" algn="just">
              <a:buFont typeface="Arial"/>
              <a:buChar char="•"/>
            </a:pPr>
            <a:r>
              <a:rPr lang="en-GB" b="1">
                <a:ea typeface="+mn-lt"/>
                <a:cs typeface="+mn-lt"/>
              </a:rPr>
              <a:t>Token Generation</a:t>
            </a:r>
            <a:r>
              <a:rPr lang="en-GB">
                <a:ea typeface="+mn-lt"/>
                <a:cs typeface="+mn-lt"/>
              </a:rPr>
              <a:t> : After confirming an order, the Servlet processes the request and generates a unique token number. </a:t>
            </a:r>
            <a:endParaRPr lang="en-GB">
              <a:ea typeface="Calibri"/>
              <a:cs typeface="Calibri"/>
            </a:endParaRPr>
          </a:p>
          <a:p>
            <a:pPr marL="285750" indent="-285750" algn="just">
              <a:buFont typeface="Arial"/>
              <a:buChar char="•"/>
            </a:pPr>
            <a:r>
              <a:rPr lang="en-GB" b="1">
                <a:ea typeface="+mn-lt"/>
                <a:cs typeface="+mn-lt"/>
              </a:rPr>
              <a:t>Database Management</a:t>
            </a:r>
            <a:r>
              <a:rPr lang="en-GB">
                <a:ea typeface="+mn-lt"/>
                <a:cs typeface="+mn-lt"/>
              </a:rPr>
              <a:t> : User details, food items, orders, quantities, tokens, and order status are stored in MySQL using JDBC. </a:t>
            </a:r>
            <a:endParaRPr lang="en-GB">
              <a:ea typeface="Calibri"/>
              <a:cs typeface="Calibri"/>
            </a:endParaRPr>
          </a:p>
          <a:p>
            <a:pPr marL="285750" indent="-285750" algn="just">
              <a:buFont typeface="Arial"/>
              <a:buChar char="•"/>
            </a:pPr>
            <a:r>
              <a:rPr lang="en-GB" b="1">
                <a:ea typeface="+mn-lt"/>
                <a:cs typeface="+mn-lt"/>
              </a:rPr>
              <a:t>Order Processing</a:t>
            </a:r>
            <a:r>
              <a:rPr lang="en-GB">
                <a:ea typeface="+mn-lt"/>
                <a:cs typeface="+mn-lt"/>
              </a:rPr>
              <a:t> : Canteen staff view incoming orders through the admin dashboard and update their status:</a:t>
            </a:r>
            <a:br>
              <a:rPr lang="en-GB">
                <a:ea typeface="+mn-lt"/>
                <a:cs typeface="+mn-lt"/>
              </a:rPr>
            </a:br>
            <a:r>
              <a:rPr lang="en-GB">
                <a:ea typeface="+mn-lt"/>
                <a:cs typeface="+mn-lt"/>
              </a:rPr>
              <a:t> Placed → Confirmed → Preparing → Ready → Completed. </a:t>
            </a:r>
            <a:endParaRPr lang="en-GB">
              <a:ea typeface="Calibri"/>
              <a:cs typeface="Calibri"/>
            </a:endParaRPr>
          </a:p>
          <a:p>
            <a:pPr marL="285750" indent="-285750" algn="just">
              <a:buFont typeface="Arial"/>
              <a:buChar char="•"/>
            </a:pPr>
            <a:r>
              <a:rPr lang="en-GB" b="1">
                <a:ea typeface="+mn-lt"/>
                <a:cs typeface="+mn-lt"/>
              </a:rPr>
              <a:t>Order Collection</a:t>
            </a:r>
            <a:r>
              <a:rPr lang="en-GB">
                <a:ea typeface="+mn-lt"/>
                <a:cs typeface="+mn-lt"/>
              </a:rPr>
              <a:t> : Students check their token and order status and collect their food when the order becomes ready.</a:t>
            </a:r>
            <a:endParaRPr lang="en-GB">
              <a:ea typeface="Calibri"/>
              <a:cs typeface="Calibri"/>
            </a:endParaRPr>
          </a:p>
          <a:p>
            <a:pPr algn="l"/>
            <a:endParaRPr lang="en-GB">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142852"/>
            <a:ext cx="8229600" cy="857248"/>
          </a:xfrm>
          <a:solidFill>
            <a:srgbClr val="002060"/>
          </a:solidFill>
        </p:spPr>
        <p:txBody>
          <a:bodyPr>
            <a:normAutofit/>
          </a:bodyPr>
          <a:lstStyle/>
          <a:p>
            <a:r>
              <a:rPr lang="en-US" sz="3600" b="1">
                <a:solidFill>
                  <a:schemeClr val="bg1"/>
                </a:solidFill>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60A88F5F-8E42-FDC7-796D-95B16950C196}"/>
              </a:ext>
            </a:extLst>
          </p:cNvPr>
          <p:cNvSpPr txBox="1"/>
          <p:nvPr/>
        </p:nvSpPr>
        <p:spPr>
          <a:xfrm>
            <a:off x="574108" y="1713776"/>
            <a:ext cx="7985203"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GB" dirty="0" err="1">
                <a:ea typeface="+mn-lt"/>
                <a:cs typeface="+mn-lt"/>
              </a:rPr>
              <a:t>QueueLess</a:t>
            </a:r>
            <a:r>
              <a:rPr lang="en-GB" dirty="0">
                <a:ea typeface="+mn-lt"/>
                <a:cs typeface="+mn-lt"/>
              </a:rPr>
              <a:t> is a smart web-based canteen management system developed to overcome the common problems of long queues, waiting time, manual order handling, and crowded counters. The system allows students to view the menu, pre-order food, receive a unique token, and track their order status conveniently.</a:t>
            </a:r>
            <a:endParaRPr lang="en-US" dirty="0">
              <a:ea typeface="Calibri"/>
              <a:cs typeface="Calibri"/>
            </a:endParaRPr>
          </a:p>
          <a:p>
            <a:pPr marL="285750" indent="-285750" algn="just">
              <a:buFont typeface="Arial"/>
              <a:buChar char="•"/>
            </a:pPr>
            <a:endParaRPr lang="en-GB" dirty="0">
              <a:ea typeface="+mn-lt"/>
              <a:cs typeface="+mn-lt"/>
            </a:endParaRPr>
          </a:p>
          <a:p>
            <a:pPr marL="285750" indent="-285750" algn="just">
              <a:buFont typeface="Arial"/>
              <a:buChar char="•"/>
            </a:pPr>
            <a:r>
              <a:rPr lang="en-GB" dirty="0">
                <a:ea typeface="+mn-lt"/>
                <a:cs typeface="+mn-lt"/>
              </a:rPr>
              <a:t>The use of HTML, CSS, and JavaScript provides an interactive user interface, while JSP and Servlets handle the application logic and request processing. MySQL stores user, food, and order information, and Apache Tomcat provides the server environment.</a:t>
            </a:r>
            <a:endParaRPr lang="en-GB" dirty="0">
              <a:ea typeface="Calibri"/>
              <a:cs typeface="Calibri"/>
            </a:endParaRPr>
          </a:p>
          <a:p>
            <a:pPr marL="285750" indent="-285750" algn="just">
              <a:buFont typeface="Arial"/>
              <a:buChar char="•"/>
            </a:pPr>
            <a:endParaRPr lang="en-GB" dirty="0">
              <a:ea typeface="+mn-lt"/>
              <a:cs typeface="+mn-lt"/>
            </a:endParaRPr>
          </a:p>
          <a:p>
            <a:pPr marL="285750" indent="-285750" algn="just">
              <a:buFont typeface="Arial"/>
              <a:buChar char="•"/>
            </a:pPr>
            <a:r>
              <a:rPr lang="en-GB" dirty="0">
                <a:ea typeface="+mn-lt"/>
                <a:cs typeface="+mn-lt"/>
              </a:rPr>
              <a:t>By digitizing the canteen ordering process, </a:t>
            </a:r>
            <a:r>
              <a:rPr lang="en-GB" dirty="0" err="1">
                <a:ea typeface="+mn-lt"/>
                <a:cs typeface="+mn-lt"/>
              </a:rPr>
              <a:t>QueueLess</a:t>
            </a:r>
            <a:r>
              <a:rPr lang="en-GB" dirty="0">
                <a:ea typeface="+mn-lt"/>
                <a:cs typeface="+mn-lt"/>
              </a:rPr>
              <a:t> improves efficiency, accuracy, and convenience for both students and canteen staff. The system can also be further enhanced with features such as online payment, notifications, estimated waiting time, QR-based token verification, and analytics.</a:t>
            </a:r>
            <a:endParaRPr lang="en-GB">
              <a:ea typeface="Calibri"/>
              <a:cs typeface="Calibri"/>
            </a:endParaRPr>
          </a:p>
          <a:p>
            <a:pPr algn="just"/>
            <a:endParaRPr lang="en-GB" dirty="0">
              <a:ea typeface="Calibri"/>
              <a:cs typeface="Calibri"/>
            </a:endParaRPr>
          </a:p>
        </p:txBody>
      </p:sp>
    </p:spTree>
    <p:extLst>
      <p:ext uri="{BB962C8B-B14F-4D97-AF65-F5344CB8AC3E}">
        <p14:creationId xmlns:p14="http://schemas.microsoft.com/office/powerpoint/2010/main" val="3051393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Queue Less: A Smart Pre-Order and Token-Based Canteen Management System </vt:lpstr>
      <vt:lpstr>Problem Statement</vt:lpstr>
      <vt:lpstr>Objective</vt:lpstr>
      <vt:lpstr>Methodology</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 Voice Command Identification</dc:title>
  <dc:creator>Portege C</dc:creator>
  <cp:lastModifiedBy>BENEDICT JOSHUA M</cp:lastModifiedBy>
  <cp:revision>51</cp:revision>
  <dcterms:created xsi:type="dcterms:W3CDTF">2024-12-23T14:21:44Z</dcterms:created>
  <dcterms:modified xsi:type="dcterms:W3CDTF">2026-10-07T06:32:09Z</dcterms:modified>
</cp:coreProperties>
</file>